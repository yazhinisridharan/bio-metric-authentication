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2" r:id="rId1"/>
  </p:sldMasterIdLst>
  <p:notesMasterIdLst>
    <p:notesMasterId r:id="rId11"/>
  </p:notesMasterIdLst>
  <p:handoutMasterIdLst>
    <p:handoutMasterId r:id="rId12"/>
  </p:handoutMasterIdLst>
  <p:sldIdLst>
    <p:sldId id="529" r:id="rId2"/>
    <p:sldId id="495" r:id="rId3"/>
    <p:sldId id="514" r:id="rId4"/>
    <p:sldId id="515" r:id="rId5"/>
    <p:sldId id="517" r:id="rId6"/>
    <p:sldId id="518" r:id="rId7"/>
    <p:sldId id="533" r:id="rId8"/>
    <p:sldId id="530" r:id="rId9"/>
    <p:sldId id="528" r:id="rId10"/>
  </p:sldIdLst>
  <p:sldSz cx="9144000" cy="5143500" type="screen16x9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A9ACEF"/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7621" autoAdjust="0"/>
  </p:normalViewPr>
  <p:slideViewPr>
    <p:cSldViewPr>
      <p:cViewPr varScale="1">
        <p:scale>
          <a:sx n="95" d="100"/>
          <a:sy n="95" d="100"/>
        </p:scale>
        <p:origin x="97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14FDCBBC-8C6D-4B91-8E0F-7F7539A60517}" type="datetimeFigureOut">
              <a:rPr lang="en-US"/>
              <a:pPr>
                <a:defRPr/>
              </a:pPr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2952E2ED-3A02-491C-A9B8-DFEE216EB3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0421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11/3/2025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2645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D8CC3F-ADB2-4AF7-880C-111F7E6C7FE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211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D8CC3F-ADB2-4AF7-880C-111F7E6C7FE6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4812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D8CC3F-ADB2-4AF7-880C-111F7E6C7FE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149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8DE18BB3-3237-490C-AA83-9C4CC770137E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6781D6-10CA-4581-A368-C1F653690A4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pPr>
              <a:defRPr/>
            </a:pPr>
            <a:fld id="{82D5C49B-7F0B-472A-9B4F-9FC5EA66E205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5D1121-FA95-4029-8001-B1CDFC55D1D4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51CD42-8488-4C45-9755-AC0223E5153C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0A4A7F-252C-4E7C-B462-1EAF5A4D97A2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34B7C9-D0B8-4B87-BD72-48F32DB6FB3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978410-ED88-4406-AA27-E3213A05D0BC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7BBD40-696A-45D0-A0F2-A00DAD6A0E8F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7518A2-429A-4BF7-A1D3-9E7305175230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FDF9C9-33F2-4257-B772-D5DB44B704B5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2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883E3BD-D8D3-4858-9565-CB4733C0A7FA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PROJECT REVIEW 1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64894"/>
          </a:xfr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IN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REVIEW – 1</a:t>
            </a:r>
            <a:br>
              <a:rPr lang="en-IN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BIOMETRIC AUTHENTICATION</a:t>
            </a:r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685800" y="1078205"/>
            <a:ext cx="7772400" cy="3505200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09600" y="4705350"/>
            <a:ext cx="381000" cy="40240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0800000" flipV="1">
            <a:off x="2895599" y="4785966"/>
            <a:ext cx="2330117" cy="274320"/>
          </a:xfrm>
        </p:spPr>
        <p:txBody>
          <a:bodyPr/>
          <a:lstStyle/>
          <a:p>
            <a:pPr algn="ctr"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B8578-2113-9793-CD1E-F4A12C917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752599" cy="864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5C171-993D-179E-9DAF-B9B334D094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-19050"/>
            <a:ext cx="1523999" cy="8946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BA4BBF-BAFE-0659-FEA3-7149B1E0A764}"/>
              </a:ext>
            </a:extLst>
          </p:cNvPr>
          <p:cNvSpPr txBox="1"/>
          <p:nvPr/>
        </p:nvSpPr>
        <p:spPr>
          <a:xfrm>
            <a:off x="990600" y="894347"/>
            <a:ext cx="70866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Artific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 Intelligence and Data Science</a:t>
            </a:r>
          </a:p>
          <a:p>
            <a:pPr algn="ctr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Academic Year: 2025 – 2026 (Odd Semester)</a:t>
            </a:r>
          </a:p>
          <a:p>
            <a:pPr algn="ctr">
              <a:defRPr/>
            </a:pPr>
            <a:endParaRPr lang="en-US" sz="1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26AE9-EE7B-4666-EC4D-E817E311528F}"/>
              </a:ext>
            </a:extLst>
          </p:cNvPr>
          <p:cNvSpPr txBox="1"/>
          <p:nvPr/>
        </p:nvSpPr>
        <p:spPr>
          <a:xfrm>
            <a:off x="685800" y="1555085"/>
            <a:ext cx="7391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Presented by :</a:t>
            </a:r>
          </a:p>
          <a:p>
            <a:pPr>
              <a:defRPr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Number                   : 927624BAD125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					: YAZHINI S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Year					: II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Semester				        : III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Section				        : AIDS 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36E87-876C-BB27-9AE9-5076DFDF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2978" y="4767263"/>
            <a:ext cx="922422" cy="274320"/>
          </a:xfrm>
        </p:spPr>
        <p:txBody>
          <a:bodyPr/>
          <a:lstStyle/>
          <a:p>
            <a:pPr algn="r">
              <a:defRPr/>
            </a:pPr>
            <a:fld id="{10E026C3-0A9D-49A9-9841-0AE3BFA9F3A6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E05917E-1459-9543-BDC1-EB6757DCCC2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TABLE OF CONTENTS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926A3-D6DE-BF77-88C6-09EA205A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" y="4823460"/>
            <a:ext cx="5105400" cy="27432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8B3AA75-1EA1-4A20-9182-A423EE2FFA8F}" type="slidenum"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894BDA-3057-096C-18BB-A0D0D182A5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EAD07C6-8A88-FFA5-7B99-DFF2AB745D66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589049688"/>
              </p:ext>
            </p:extLst>
          </p:nvPr>
        </p:nvGraphicFramePr>
        <p:xfrm>
          <a:off x="1143000" y="1200150"/>
          <a:ext cx="6934200" cy="3124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33691298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71790259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60581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835336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1403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(FLOW CHART)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80638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48379"/>
                  </a:ext>
                </a:extLst>
              </a:tr>
            </a:tbl>
          </a:graphicData>
        </a:graphic>
      </p:graphicFrame>
      <p:sp>
        <p:nvSpPr>
          <p:cNvPr id="7" name="Footer Placeholder 4"/>
          <p:cNvSpPr txBox="1">
            <a:spLocks/>
          </p:cNvSpPr>
          <p:nvPr/>
        </p:nvSpPr>
        <p:spPr>
          <a:xfrm>
            <a:off x="799641" y="1271071"/>
            <a:ext cx="7772400" cy="1224479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endParaRPr lang="en-US" sz="25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B7EB56-12E5-0816-92C5-3936A02D6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21" y="171450"/>
            <a:ext cx="1820779" cy="73364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AC919-FB1D-510C-550A-EA57E980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1105" y="4811780"/>
            <a:ext cx="2289048" cy="274320"/>
          </a:xfrm>
        </p:spPr>
        <p:txBody>
          <a:bodyPr/>
          <a:lstStyle/>
          <a:p>
            <a:pPr>
              <a:defRPr/>
            </a:pPr>
            <a:fld id="{77E6DA24-817A-4DC0-BDDB-2A937B029C2A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15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B552-9064-2022-2FE6-8CF056A2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64476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03579-F0D1-E1A9-9626-90D255E9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7301" y="4781550"/>
            <a:ext cx="42672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F658-36A0-130D-3974-0382D196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3400" y="4773053"/>
            <a:ext cx="1981200" cy="274320"/>
          </a:xfrm>
        </p:spPr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4BDA-3057-096C-18BB-A0D0D182A5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962026"/>
            <a:ext cx="8229600" cy="37033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secure and user-friendly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verify identity.</a:t>
            </a:r>
          </a:p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captures a user’s face through a webcam, identifies key features, and matches them against encrypted data stored safely in the system. </a:t>
            </a:r>
          </a:p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clear, real-time feedback during the login process, and every attempt is recorded for added security. </a:t>
            </a:r>
          </a:p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replacing traditional passwords, this system offers a smarter, safer, and more convenient way to access devices or systems.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845C88-ECDB-B6DC-91BD-323038E1E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09550"/>
            <a:ext cx="1600200" cy="6447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809BA-B945-40FC-A56B-EDF79A3C1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4200" y="4781550"/>
            <a:ext cx="1981200" cy="274320"/>
          </a:xfrm>
        </p:spPr>
        <p:txBody>
          <a:bodyPr/>
          <a:lstStyle/>
          <a:p>
            <a:pPr algn="r">
              <a:defRPr/>
            </a:pPr>
            <a:fld id="{9257B5D8-3BB9-41CB-AF53-9877F53CCF4E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43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4323-5210-80A9-6891-2FD74992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49"/>
            <a:ext cx="8229600" cy="610833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05221-347E-9CCD-BA88-4C53ECC3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4767263"/>
            <a:ext cx="4495800" cy="376237"/>
          </a:xfrm>
        </p:spPr>
        <p:txBody>
          <a:bodyPr/>
          <a:lstStyle/>
          <a:p>
            <a:pPr algn="ctr"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23A5-3836-E986-E59E-625D0AB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4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BF69-1C78-F823-3EFC-69FA8564C9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passwords can be forgotten, stolen, or guessed — making them less secure in today's digital world. </a:t>
            </a:r>
          </a:p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verify user identity. Built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captures a user’s face through a webcam and securely compares it with stored data. </a:t>
            </a:r>
          </a:p>
          <a:p>
            <a:pPr algn="just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create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secure, convenient, and user-friendly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alternative to password-based login systems.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EF445-65F1-ADE2-239B-E81EA8922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85751"/>
            <a:ext cx="1524000" cy="61083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CD9D5-C544-1788-D7F7-F87BEC3E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defRPr/>
            </a:pPr>
            <a:fld id="{89999658-6666-4883-AAE2-39176CEC7FEE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699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FB43-016D-4DDB-52D8-BCF00F70E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1917"/>
            <a:ext cx="8229600" cy="781049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SYSTEM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F8B42-1B21-5C6F-AF75-1ADAF6ED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4781550"/>
            <a:ext cx="4264152" cy="228600"/>
          </a:xfrm>
        </p:spPr>
        <p:txBody>
          <a:bodyPr/>
          <a:lstStyle/>
          <a:p>
            <a:pPr algn="ctr"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DEE7-B5D1-AD74-0657-7CAE2D6C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5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Image Capture Module  </a:t>
            </a:r>
          </a:p>
          <a:p>
            <a:pPr marL="0" indent="0" algn="ctr">
              <a:buNone/>
            </a:pPr>
            <a:r>
              <a:rPr lang="en-US" sz="2000" dirty="0"/>
              <a:t>↓  </a:t>
            </a:r>
          </a:p>
          <a:p>
            <a:pPr marL="0" indent="0" algn="ctr">
              <a:buNone/>
            </a:pPr>
            <a:r>
              <a:rPr lang="en-US" sz="2000" dirty="0"/>
              <a:t>Face Detection &amp; Feature Extraction  </a:t>
            </a:r>
          </a:p>
          <a:p>
            <a:pPr marL="0" indent="0" algn="ctr">
              <a:buNone/>
            </a:pPr>
            <a:r>
              <a:rPr lang="en-US" sz="2000" dirty="0"/>
              <a:t>↓  </a:t>
            </a:r>
          </a:p>
          <a:p>
            <a:pPr marL="0" indent="0" algn="ctr">
              <a:buNone/>
            </a:pPr>
            <a:r>
              <a:rPr lang="en-US" sz="2000" dirty="0"/>
              <a:t>Uses OpenCV to detect face and extract key facial features  </a:t>
            </a:r>
          </a:p>
          <a:p>
            <a:pPr marL="0" indent="0" algn="ctr">
              <a:buNone/>
            </a:pPr>
            <a:r>
              <a:rPr lang="en-US" sz="2000" dirty="0"/>
              <a:t>↓  </a:t>
            </a:r>
          </a:p>
          <a:p>
            <a:pPr marL="0" indent="0" algn="ctr">
              <a:buNone/>
            </a:pPr>
            <a:r>
              <a:rPr lang="en-US" sz="2000" dirty="0"/>
              <a:t>Data Matching &amp; Authentication  </a:t>
            </a:r>
          </a:p>
          <a:p>
            <a:pPr marL="0" indent="0" algn="ctr">
              <a:buNone/>
            </a:pPr>
            <a:r>
              <a:rPr lang="en-US" sz="2000" dirty="0"/>
              <a:t>↓  </a:t>
            </a:r>
          </a:p>
          <a:p>
            <a:pPr marL="0" indent="0" algn="ctr">
              <a:buNone/>
            </a:pPr>
            <a:r>
              <a:rPr lang="en-US" sz="2000" dirty="0"/>
              <a:t>Access Control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19A52-3D44-54AE-EF7E-7932254B4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02268"/>
            <a:ext cx="2057400" cy="82898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B63E2-3A39-6B65-0B08-2C9324CA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defRPr/>
            </a:pPr>
            <a:fld id="{D260D21E-8155-4D05-869A-47BA67A4CEFC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1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3E8D-3F63-8ED5-2478-E9C00D1B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01916"/>
            <a:ext cx="8077201" cy="793433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SYSTEM ARCHITECTURE - DESCRIPTION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B4194-110F-D7FD-0DF4-398A93C9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4767263"/>
            <a:ext cx="2895600" cy="27432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B7B88-F6CF-BB6D-6BBC-27F7045B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4767263"/>
            <a:ext cx="6397752" cy="274320"/>
          </a:xfrm>
        </p:spPr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609600" y="1200150"/>
            <a:ext cx="4038600" cy="3429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/>
              <a:t>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 Module:</a:t>
            </a:r>
          </a:p>
          <a:p>
            <a:pPr algn="just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initiates the authentication process by capturing the user's facial image in real time using a webcam. It ensures that the image is clear and ready for further processing.</a:t>
            </a:r>
          </a:p>
          <a:p>
            <a:pPr algn="just"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2.Face Detection &amp; Feature Extraction:</a:t>
            </a:r>
          </a:p>
          <a:p>
            <a:pPr algn="just">
              <a:buSzPct val="140000"/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image is processed using OpenCV to detect the user's face. Once detected, the system extracts unique facial features such as eyes, nose, and jawline to create a biometric template.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724400" y="1200150"/>
            <a:ext cx="3962400" cy="3429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 Matching &amp; Authentication:</a:t>
            </a:r>
          </a:p>
          <a:p>
            <a:pPr algn="just"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facial features are compared with the encrypted data stored in the system database. If the match is successful, the user is considered authenticated.</a:t>
            </a:r>
          </a:p>
          <a:p>
            <a:pPr>
              <a:buSzPct val="140000"/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4.Access Control: </a:t>
            </a:r>
          </a:p>
          <a:p>
            <a:pP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authentication, access is granted to the user. Every authentication attempt (successful or failed) is logged to enhance security and track access history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B5F48-178F-812F-9075-CC134789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4767263"/>
            <a:ext cx="1143000" cy="274320"/>
          </a:xfrm>
        </p:spPr>
        <p:txBody>
          <a:bodyPr/>
          <a:lstStyle/>
          <a:p>
            <a:pPr>
              <a:defRPr/>
            </a:pPr>
            <a:fld id="{FF1931A9-6553-4DDA-877D-78BADB6D414B}" type="datetime1">
              <a:rPr lang="en-US" smtClean="0"/>
              <a:t>11/3/2025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DF6F0E-935A-0191-20D1-6B53D2F00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8" y="101916"/>
            <a:ext cx="1447801" cy="79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0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E439-DCA1-E3B9-58A9-531CF840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917"/>
            <a:ext cx="8153400" cy="793433"/>
          </a:xfrm>
          <a:solidFill>
            <a:schemeClr val="bg2">
              <a:lumMod val="75000"/>
            </a:schemeClr>
          </a:solidFill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8B907-2DE7-E503-38AF-3DDD5FDD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defRPr/>
            </a:pPr>
            <a:fld id="{9D6781D6-10CA-4581-A368-C1F653690A42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68A1-4737-B2EB-3352-48DEF9C52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7E877-EDDE-930D-6C0E-91B3688B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7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79BEB-1E5C-855B-BB60-BEDA17270680}"/>
              </a:ext>
            </a:extLst>
          </p:cNvPr>
          <p:cNvSpPr txBox="1"/>
          <p:nvPr/>
        </p:nvSpPr>
        <p:spPr>
          <a:xfrm>
            <a:off x="533400" y="1200150"/>
            <a:ext cx="8153400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authentication methods like passwords and PINs are vulnerable to theft, sharing, and brute-force attacks, making them less secure in protecting sensitive information.</a:t>
            </a:r>
          </a:p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forget or reuse passwords, leading to weak security practices and reduced system reliability.</a:t>
            </a:r>
          </a:p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more reliable, unique, and user-friendly authentication mechanism that cannot be easily lost, stolen, or duplicated.</a:t>
            </a:r>
          </a:p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 (such as fingerprint, face, or iris recognition) provides a solution by leveraging unique physiological or behavioural traits, but it must balance accuracy, speed, and privacy concerns.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84D4ADB-5D8E-5E7C-CB46-27058D6423B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1917"/>
            <a:ext cx="1600200" cy="793433"/>
          </a:xfrm>
        </p:spPr>
      </p:pic>
    </p:spTree>
    <p:extLst>
      <p:ext uri="{BB962C8B-B14F-4D97-AF65-F5344CB8AC3E}">
        <p14:creationId xmlns:p14="http://schemas.microsoft.com/office/powerpoint/2010/main" val="4245627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1E5A6A-0558-67A9-85EA-4C6EE6B9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449"/>
            <a:ext cx="8229600" cy="717829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lang="en-IN" dirty="0"/>
              <a:t>       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FD7FF-5946-B786-657D-5C5132EA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4767263"/>
            <a:ext cx="3810000" cy="27432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9C20C-B641-A1F9-6144-AE14125E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8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7EF3C-38CD-974D-D488-E1C9AF4E03D7}"/>
              </a:ext>
            </a:extLst>
          </p:cNvPr>
          <p:cNvSpPr txBox="1"/>
          <p:nvPr/>
        </p:nvSpPr>
        <p:spPr>
          <a:xfrm>
            <a:off x="533400" y="1200150"/>
            <a:ext cx="82296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Biometric Authentication project in Java demonstrates a secure and reliable way of verifying users based on unique biological traits like fingerprints, face, or iris patterns. </a:t>
            </a:r>
          </a:p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password-based systems, biometrics reduce the chances of unauthorized access and password theft. </a:t>
            </a:r>
          </a:p>
          <a:p>
            <a:pPr marL="285750" indent="-285750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Java can be effectively used to integrate security and usability, making authentication faster, safer, and more user-friendly.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D77DD0-D958-F357-00EE-46AAB420F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52400"/>
            <a:ext cx="1828799" cy="73687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07D38A-5885-5A9B-ECB9-5CA2EBD0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4767263"/>
            <a:ext cx="1219200" cy="274320"/>
          </a:xfrm>
        </p:spPr>
        <p:txBody>
          <a:bodyPr/>
          <a:lstStyle/>
          <a:p>
            <a:pPr>
              <a:defRPr/>
            </a:pPr>
            <a:fld id="{3C75BBC1-546D-46A6-840C-FC62576303E4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82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1377AE-5B94-C1F2-E1C0-17E77BBF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736878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FD61F-805B-E389-F2B7-0A0B2F9D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4340352" cy="376237"/>
          </a:xfrm>
        </p:spPr>
        <p:txBody>
          <a:bodyPr/>
          <a:lstStyle/>
          <a:p>
            <a:pPr algn="ctr"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PROJECT REVIEW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8336-4666-251E-4707-60771806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22646B-3CDF-929A-2318-D91165119579}"/>
              </a:ext>
            </a:extLst>
          </p:cNvPr>
          <p:cNvSpPr txBox="1">
            <a:spLocks/>
          </p:cNvSpPr>
          <p:nvPr/>
        </p:nvSpPr>
        <p:spPr>
          <a:xfrm>
            <a:off x="0" y="2099871"/>
            <a:ext cx="9144000" cy="16642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1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endParaRPr lang="en-IN" sz="3600" dirty="0"/>
          </a:p>
          <a:p>
            <a:pPr algn="ctr">
              <a:defRPr/>
            </a:pPr>
            <a:r>
              <a:rPr lang="en-IN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queries???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8AE0D-56B1-E63F-3A9A-56AD77EE9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71450"/>
            <a:ext cx="1828799" cy="73687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9CE6D-DD57-08D1-DDB7-26644484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defRPr/>
            </a:pPr>
            <a:fld id="{3A1294E9-8931-4FE7-AF1D-454D47A2FC71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defRPr/>
              </a:pPr>
              <a:t>11/3/2025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137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579</TotalTime>
  <Words>682</Words>
  <Application>Microsoft Office PowerPoint</Application>
  <PresentationFormat>On-screen Show (16:9)</PresentationFormat>
  <Paragraphs>96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PROJECT REVIEW – 1 BIOMETRIC AUTHENTICATION</vt:lpstr>
      <vt:lpstr>TABLE OF CONTENTS</vt:lpstr>
      <vt:lpstr>ABSTRACT</vt:lpstr>
      <vt:lpstr>INTRODUCTION</vt:lpstr>
      <vt:lpstr>                SYSTEM ARCHITECTURE</vt:lpstr>
      <vt:lpstr>                    SYSTEM ARCHITECTURE - DESCRIPTION</vt:lpstr>
      <vt:lpstr> PROBLEM STATEMENT</vt:lpstr>
      <vt:lpstr>                       CONCLUSION</vt:lpstr>
      <vt:lpstr>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CGB1201 – JAVA PROGRAMMING PROJECT REVIEW-1</dc:title>
  <dc:creator>YAZHINI</dc:creator>
  <cp:lastModifiedBy>Yazhini Sridharan</cp:lastModifiedBy>
  <cp:revision>26</cp:revision>
  <dcterms:modified xsi:type="dcterms:W3CDTF">2025-11-03T17:14:09Z</dcterms:modified>
</cp:coreProperties>
</file>